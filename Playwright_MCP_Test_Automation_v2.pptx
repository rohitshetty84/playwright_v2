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194560"/>
            <a:ext cx="45720" cy="2468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AGENTIC AI · TEST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Playwright AI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SuccessFactors Onboarding — what we built, what we 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64748B"/>
                </a:solidFill>
                <a:latin typeface="Calibri"/>
              </a:rPr>
              <a:t>and where KIRO might take us next.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Internal share-out  ·  Engineering &amp; QA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Traditional E2E test automation hurts.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Four reasons the QA backlog keeps growing.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5394960" cy="20116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44144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Brittle selectors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A class name flips and the suite turns red. Triage eats more time than authoring.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194560"/>
            <a:ext cx="5394960" cy="20116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46888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44144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Specialist-only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063240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Only the QA engineers who wrote the harness can extend it. Product + design wait in queue.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480560"/>
            <a:ext cx="5394960" cy="20116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475488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72744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Slow to author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49240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Hours to turn a user story into a deterministic script. The story has moved on by the time it lands.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4480560"/>
            <a:ext cx="5394960" cy="20116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475488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472744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Maintenance treadmill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349240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Selectors rot every sprint. Half the QA time goes to keeping the green lights green.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Playwright AI Studio  ·  SF Onboarding share-out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OUR BET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Describe the test in English. Let agents do the rest.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A three-phase loop that turns a prompt into a maintained golden file.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611880" cy="38404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3063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06B6D4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Synthesize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3063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GPT-4V reads a live screenshot + the natural-language scenario, produces a Playwright TypeScript spec. Vision falls back to text-only when a host is blocked.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194560"/>
            <a:ext cx="3611880" cy="38404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423160"/>
            <a:ext cx="3063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06B6D4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6576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206240"/>
            <a:ext cx="3063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The candidate runs locally in a real browser before anyone commits it. Failure → next phase. No flaky goldens reach main.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94560"/>
            <a:ext cx="3611880" cy="38404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423160"/>
            <a:ext cx="3063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06B6D4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6576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Heal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206240"/>
            <a:ext cx="3063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On failure we diagnose root cause (9 patterns), re-prompt with the failure screenshot, and re-run. Up to 3 rounds. Audit trail kept per golden.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Playwright AI Studio  ·  SF Onboarding share-out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How a prompt becomes a passing test.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727" y="2468880"/>
            <a:ext cx="1920240" cy="15544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3727" y="2697480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Natural</a:t>
            </a:r>
          </a:p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167" y="342900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“Update National ID then submit”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29687" y="3191256"/>
            <a:ext cx="274320" cy="10972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49727" y="2468880"/>
            <a:ext cx="1920240" cy="15544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49727" y="2697480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Studio</a:t>
            </a:r>
          </a:p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1167" y="342900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FastAPI · Azure OpenAI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15687" y="3191256"/>
            <a:ext cx="274320" cy="10972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35727" y="2468880"/>
            <a:ext cx="1920240" cy="15544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5727" y="2697480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Playwright</a:t>
            </a:r>
          </a:p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MCP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7167" y="342900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Accessibility tree, not pixels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01687" y="3191256"/>
            <a:ext cx="274320" cy="10972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1727" y="2468880"/>
            <a:ext cx="1920240" cy="15544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1727" y="2697480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Local</a:t>
            </a:r>
          </a:p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3167" y="342900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Real browser, real result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387687" y="3191256"/>
            <a:ext cx="274320" cy="10972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07727" y="2468880"/>
            <a:ext cx="1920240" cy="15544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07727" y="2697480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Golden</a:t>
            </a:r>
          </a:p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9167" y="342900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Committed → CI matrix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480560"/>
            <a:ext cx="10698480" cy="15544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709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THE KEY 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74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Accessibility tree, not pixels.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48640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Playwright MCP hands the model a structured snapshot (roles, names, states) — not a screenshot. Faster, cheaper, and survives UI refactors that would break CSS selectors.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Playwright AI Studio  ·  SF Onboarding share-out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THE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Three roles, one hand-off chain.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Each agent's output is the next one's input. Failures escalate, they don't dead-end.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567" y="2103120"/>
            <a:ext cx="3657600" cy="4114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0887" y="237744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247" y="235000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Planner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887" y="2971800"/>
            <a:ext cx="31089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Explores the app via MCP. Produces a structured Markdown plan: steps, assertions, edge cases, fallback strategies.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887" y="475488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1" i="0">
                <a:solidFill>
                  <a:srgbClr val="0891B2"/>
                </a:solidFill>
                <a:latin typeface="Calibri"/>
              </a:rPr>
              <a:t>•  Reads accessibility tree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1" i="0">
                <a:solidFill>
                  <a:srgbClr val="0891B2"/>
                </a:solidFill>
                <a:latin typeface="Calibri"/>
              </a:rPr>
              <a:t>•  Maps user journey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1" i="0">
                <a:solidFill>
                  <a:srgbClr val="0891B2"/>
                </a:solidFill>
                <a:latin typeface="Calibri"/>
              </a:rPr>
              <a:t>•  Outputs .md 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7047" y="2103120"/>
            <a:ext cx="3657600" cy="4114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41367" y="237744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5727" y="235000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Generator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1367" y="2971800"/>
            <a:ext cx="31089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Reads the plan. Emits a complete .spec.ts file with semantic selectors, auto-wait assertions, and storageState-based auth.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1367" y="475488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1" i="0">
                <a:solidFill>
                  <a:srgbClr val="0891B2"/>
                </a:solidFill>
                <a:latin typeface="Calibri"/>
              </a:rPr>
              <a:t>•  Role + name selectors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1" i="0">
                <a:solidFill>
                  <a:srgbClr val="0891B2"/>
                </a:solidFill>
                <a:latin typeface="Calibri"/>
              </a:rPr>
              <a:t>•  expect() auto-waits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1" i="0">
                <a:solidFill>
                  <a:srgbClr val="0891B2"/>
                </a:solidFill>
                <a:latin typeface="Calibri"/>
              </a:rPr>
              <a:t>•  No credentials in 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7527" y="2103120"/>
            <a:ext cx="3657600" cy="4114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81847" y="237744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6207" y="235000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Healer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1847" y="2971800"/>
            <a:ext cx="31089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On failure: diagnoses the root cause (9 patterns), captures the failure-moment screenshot, asks GPT-4V to repair it. Tracks attempt history.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1847" y="475488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1" i="0">
                <a:solidFill>
                  <a:srgbClr val="0891B2"/>
                </a:solidFill>
                <a:latin typeface="Calibri"/>
              </a:rPr>
              <a:t>•  Root-cause diagnosis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1" i="0">
                <a:solidFill>
                  <a:srgbClr val="0891B2"/>
                </a:solidFill>
                <a:latin typeface="Calibri"/>
              </a:rPr>
              <a:t>•  Vision-assisted fix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1" i="0">
                <a:solidFill>
                  <a:srgbClr val="0891B2"/>
                </a:solidFill>
                <a:latin typeface="Calibri"/>
              </a:rPr>
              <a:t>•  Per-golden 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Playwright AI Studio  ·  SF Onboarding share-out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The scenario we used to prove this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SF Onboarding — candidate data update flow, Path A + Path B branching.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What the test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Authenticate via storageState, navigate Home → Onboarding, search a candidate in New Recruit, verify compliance, then branch:
Path A — open profile, update National ID, set email Is Primary = No, set Work Schedule + Contract End Date, submit.
Path B — Action → Nudge dialog, send notification, re-verify status.
Path B's Nudge button changes across SF versions — perfect target for the Healer.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Test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880360"/>
            <a:ext cx="45720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01.   Authenticate (SSO storageState)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02.   Home → Onboarding module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03.   Search candidate in New Recruit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04.   Verify Data Collection &amp; Compliance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05.   Branch: Path A (update + submit) or B (nudge)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06.   Handle errors dynamically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07.   Assert final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Playwright AI Studio  ·  SF Onboarding share-out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DEMO · PLANNER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What the Planner hands off.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Structured Markdown — humans can read it, the Generator can compile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42062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1033272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B6D4"/>
                </a:solidFill>
                <a:latin typeface="Consolas"/>
              </a:rPr>
              <a:t># Test: SF Onboarding · Path A</a:t>
            </a:r>
          </a:p>
          <a:p>
            <a:pPr algn="l">
              <a:lnSpc>
                <a:spcPct val="115000"/>
              </a:lnSpc>
            </a:pPr>
            <a:r>
              <a:rPr sz="600" b="0" i="0">
                <a:solidFill>
                  <a:srgbClr val="0F172A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## Preconditions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- Authenticated session: studio/.auth/successfactors.json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- Candidate: Rosa Philp (New Recruit queue)</a:t>
            </a:r>
          </a:p>
          <a:p>
            <a:pPr algn="l">
              <a:lnSpc>
                <a:spcPct val="115000"/>
              </a:lnSpc>
            </a:pPr>
            <a:r>
              <a:rPr sz="600" b="0" i="0">
                <a:solidFill>
                  <a:srgbClr val="0F172A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## Steps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1. Navigate Home → Onboarding</a:t>
            </a:r>
          </a:p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4748B"/>
                </a:solidFill>
                <a:latin typeface="Consolas"/>
              </a:rPr>
              <a:t>   assert: heading 'Onboarding Dashboard' visible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2. Search 'Rosa Philp' in New Recruit</a:t>
            </a:r>
          </a:p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4748B"/>
                </a:solidFill>
                <a:latin typeface="Consolas"/>
              </a:rPr>
              <a:t>   assert: heading 'New Recruits (1)' visible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3. Update National ID field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4. Set email · Is Primary = No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5. Set Work Schedule + Contract End Date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6. Submit; assert redirect to /newhire</a:t>
            </a:r>
          </a:p>
          <a:p>
            <a:pPr algn="l">
              <a:lnSpc>
                <a:spcPct val="115000"/>
              </a:lnSpc>
            </a:pPr>
            <a:r>
              <a:rPr sz="600" b="0" i="0">
                <a:solidFill>
                  <a:srgbClr val="0F172A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B6D4"/>
                </a:solidFill>
                <a:latin typeface="Consolas"/>
              </a:rPr>
              <a:t>## Risks (Planner-flagged)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- Two Home buttons in shell bar — needs disambiguation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- Nudge button selector varies (Path B) — needs .or() fallback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Playwright AI Studio  ·  SF Onboarding share-out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DEMO ·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What gets committed as a golden.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Real Playwright TypeScript — semantic selectors, storageState auth, auto-wait assertions. No credentials anywhere.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42062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33272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</a:rPr>
              <a:t>import { test, expect } from '@playwright/test';</a:t>
            </a:r>
          </a:p>
          <a:p>
            <a:pPr algn="l">
              <a:lnSpc>
                <a:spcPct val="110000"/>
              </a:lnSpc>
            </a:pPr>
            <a:r>
              <a:rPr sz="600" b="0" i="0">
                <a:solidFill>
                  <a:srgbClr val="0F172A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0B981"/>
                </a:solidFill>
                <a:latin typeface="Consolas"/>
              </a:rPr>
              <a:t>test.use({ storageState: 'studio/.auth/successfactors.json' });</a:t>
            </a:r>
          </a:p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64748B"/>
                </a:solidFill>
                <a:latin typeface="Consolas"/>
              </a:rPr>
              <a:t>// [AI-SYNTHESIZED] credentials never touch the test code</a:t>
            </a:r>
          </a:p>
          <a:p>
            <a:pPr algn="l">
              <a:lnSpc>
                <a:spcPct val="110000"/>
              </a:lnSpc>
            </a:pPr>
            <a:r>
              <a:rPr sz="600" b="0" i="0">
                <a:solidFill>
                  <a:srgbClr val="0F172A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</a:rPr>
              <a:t>test('SF Onboarding · Path A', async ({ page }) =&gt; {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</a:rPr>
              <a:t>  await page.goto(process.env.SF_URL!);</a:t>
            </a:r>
          </a:p>
          <a:p>
            <a:pPr algn="l">
              <a:lnSpc>
                <a:spcPct val="110000"/>
              </a:lnSpc>
            </a:pPr>
            <a:r>
              <a:rPr sz="600" b="0" i="0">
                <a:solidFill>
                  <a:srgbClr val="0F172A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64748B"/>
                </a:solidFill>
                <a:latin typeface="Consolas"/>
              </a:rPr>
              <a:t>  // [AI-SYNTHESIZED] .first() — two Home buttons exist in the shell bar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</a:rPr>
              <a:t>  await page.getByRole('button', { name: 'Home' }).first().click();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</a:rPr>
              <a:t>  await page.getByRole('link', { name: 'Onboarding' }).click();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</a:rPr>
              <a:t>  await expect(page).toHaveTitle(/Onboarding Dashboard/, { timeout: 30_000 });</a:t>
            </a:r>
          </a:p>
          <a:p>
            <a:pPr algn="l">
              <a:lnSpc>
                <a:spcPct val="110000"/>
              </a:lnSpc>
            </a:pPr>
            <a:r>
              <a:rPr sz="600" b="0" i="0">
                <a:solidFill>
                  <a:srgbClr val="0F172A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</a:rPr>
              <a:t>  const input = page.getByRole('textbox', { name: 'New Recruit:' });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</a:rPr>
              <a:t>  await input.pressSequentially('Rosa Philp', { delay: 80 });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</a:rPr>
              <a:t>  await page.getByRole('option', { name: /Rosa Philp/i }).first().click();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</a:rPr>
              <a:t>  await expect(page.getByRole('heading', { name: /New Recruits \(1\)/ }))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</a:rPr>
              <a:t>    .toBeVisible({ timeout: 20_000 });</a:t>
            </a:r>
          </a:p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64748B"/>
                </a:solidFill>
                <a:latin typeface="Consolas"/>
              </a:rPr>
              <a:t>  // … Path A continues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</a:rPr>
              <a:t>});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Playwright AI Studio  ·  SF Onboarding share-out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DEMO · HEALER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When a test breaks, the agent diagnoses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Nine root-cause patterns; ≥85% confidence on real Playwright errors we tested.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867" y="2011680"/>
            <a:ext cx="2606040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747" y="21488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747" y="256032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334155"/>
                </a:solidFill>
                <a:latin typeface="Calibri"/>
              </a:rPr>
              <a:t>Locator timeout</a:t>
            </a:r>
          </a:p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334155"/>
                </a:solidFill>
                <a:latin typeface="Calibri"/>
              </a:rPr>
              <a:t>+ screenshot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69767" y="2596896"/>
            <a:ext cx="182880" cy="10972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75507" y="2011680"/>
            <a:ext cx="2606040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1488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Diagnose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256032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334155"/>
                </a:solidFill>
                <a:latin typeface="Calibri"/>
              </a:rPr>
              <a:t>Pattern: selector_timeout</a:t>
            </a:r>
          </a:p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334155"/>
                </a:solidFill>
                <a:latin typeface="Calibri"/>
              </a:rPr>
              <a:t>confidence 95%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04407" y="2596896"/>
            <a:ext cx="182880" cy="10972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0147" y="2011680"/>
            <a:ext cx="2606040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3027" y="21488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Re-prompt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3027" y="256032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334155"/>
                </a:solidFill>
                <a:latin typeface="Calibri"/>
              </a:rPr>
              <a:t>GPT-4V sees the failure-moment</a:t>
            </a:r>
          </a:p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334155"/>
                </a:solidFill>
                <a:latin typeface="Calibri"/>
              </a:rPr>
              <a:t>screenshot, not a fresh nav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839047" y="2596896"/>
            <a:ext cx="182880" cy="10972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44787" y="2011680"/>
            <a:ext cx="2606040" cy="1280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27667" y="21488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7667" y="256032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334155"/>
                </a:solidFill>
                <a:latin typeface="Calibri"/>
              </a:rPr>
              <a:t>Run locally</a:t>
            </a:r>
          </a:p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334155"/>
                </a:solidFill>
                <a:latin typeface="Calibri"/>
              </a:rPr>
              <a:t>before promote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03320"/>
            <a:ext cx="11247120" cy="2423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886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Root-cause patterns the Healer recognises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4590288"/>
            <a:ext cx="109728" cy="10972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480560"/>
            <a:ext cx="323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onsolas"/>
              </a:rPr>
              <a:t>selector_timeout</a:t>
            </a:r>
          </a:p>
        </p:txBody>
      </p:sp>
      <p:sp>
        <p:nvSpPr>
          <p:cNvPr id="25" name="Oval 24"/>
          <p:cNvSpPr/>
          <p:nvPr/>
        </p:nvSpPr>
        <p:spPr>
          <a:xfrm>
            <a:off x="4328160" y="4590288"/>
            <a:ext cx="109728" cy="10972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6760" y="4480560"/>
            <a:ext cx="323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onsolas"/>
              </a:rPr>
              <a:t>cookie_banner_intercept</a:t>
            </a:r>
          </a:p>
        </p:txBody>
      </p:sp>
      <p:sp>
        <p:nvSpPr>
          <p:cNvPr id="27" name="Oval 26"/>
          <p:cNvSpPr/>
          <p:nvPr/>
        </p:nvSpPr>
        <p:spPr>
          <a:xfrm>
            <a:off x="7833360" y="4590288"/>
            <a:ext cx="109728" cy="10972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61960" y="4480560"/>
            <a:ext cx="323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onsolas"/>
              </a:rPr>
              <a:t>modal_overlay_intercept</a:t>
            </a:r>
          </a:p>
        </p:txBody>
      </p:sp>
      <p:sp>
        <p:nvSpPr>
          <p:cNvPr id="29" name="Oval 28"/>
          <p:cNvSpPr/>
          <p:nvPr/>
        </p:nvSpPr>
        <p:spPr>
          <a:xfrm>
            <a:off x="822960" y="5001768"/>
            <a:ext cx="109728" cy="10972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892040"/>
            <a:ext cx="323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onsolas"/>
              </a:rPr>
              <a:t>assertion_mismatch</a:t>
            </a:r>
          </a:p>
        </p:txBody>
      </p:sp>
      <p:sp>
        <p:nvSpPr>
          <p:cNvPr id="31" name="Oval 30"/>
          <p:cNvSpPr/>
          <p:nvPr/>
        </p:nvSpPr>
        <p:spPr>
          <a:xfrm>
            <a:off x="4328160" y="5001768"/>
            <a:ext cx="109728" cy="10972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6760" y="4892040"/>
            <a:ext cx="323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onsolas"/>
              </a:rPr>
              <a:t>iframe_traversal</a:t>
            </a:r>
          </a:p>
        </p:txBody>
      </p:sp>
      <p:sp>
        <p:nvSpPr>
          <p:cNvPr id="33" name="Oval 32"/>
          <p:cNvSpPr/>
          <p:nvPr/>
        </p:nvSpPr>
        <p:spPr>
          <a:xfrm>
            <a:off x="7833360" y="5001768"/>
            <a:ext cx="109728" cy="10972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61960" y="4892040"/>
            <a:ext cx="323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onsolas"/>
              </a:rPr>
              <a:t>stale_locator</a:t>
            </a:r>
          </a:p>
        </p:txBody>
      </p:sp>
      <p:sp>
        <p:nvSpPr>
          <p:cNvPr id="35" name="Oval 34"/>
          <p:cNvSpPr/>
          <p:nvPr/>
        </p:nvSpPr>
        <p:spPr>
          <a:xfrm>
            <a:off x="822960" y="5413248"/>
            <a:ext cx="109728" cy="10972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5303520"/>
            <a:ext cx="323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onsolas"/>
              </a:rPr>
              <a:t>login_corruption</a:t>
            </a:r>
          </a:p>
        </p:txBody>
      </p:sp>
      <p:sp>
        <p:nvSpPr>
          <p:cNvPr id="37" name="Oval 36"/>
          <p:cNvSpPr/>
          <p:nvPr/>
        </p:nvSpPr>
        <p:spPr>
          <a:xfrm>
            <a:off x="4328160" y="5413248"/>
            <a:ext cx="109728" cy="10972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56760" y="5303520"/>
            <a:ext cx="323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onsolas"/>
              </a:rPr>
              <a:t>selector_mixing</a:t>
            </a:r>
          </a:p>
        </p:txBody>
      </p:sp>
      <p:sp>
        <p:nvSpPr>
          <p:cNvPr id="39" name="Oval 38"/>
          <p:cNvSpPr/>
          <p:nvPr/>
        </p:nvSpPr>
        <p:spPr>
          <a:xfrm>
            <a:off x="7833360" y="5413248"/>
            <a:ext cx="109728" cy="10972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61960" y="5303520"/>
            <a:ext cx="323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onsolas"/>
              </a:rPr>
              <a:t>timing_race (nav)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Playwright AI Studio  ·  SF Onboarding share-out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Goldens go straight into GitHub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Matrix strategy — one runner per golden, in parallel, with per-golden artifacts.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2287" y="2103120"/>
            <a:ext cx="2103120" cy="15544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2287" y="230428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Save golden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" y="2788920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334155"/>
                </a:solidFill>
                <a:latin typeface="Calibri"/>
              </a:rPr>
              <a:t>Studio commits JSON</a:t>
            </a:r>
          </a:p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334155"/>
                </a:solidFill>
                <a:latin typeface="Calibri"/>
              </a:rPr>
              <a:t>+ pushes via hardened sync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93695" y="2825496"/>
            <a:ext cx="146304" cy="10972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58287" y="2103120"/>
            <a:ext cx="2103120" cy="15544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58287" y="230428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Push to 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5447" y="2788920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334155"/>
                </a:solidFill>
                <a:latin typeface="Calibri"/>
              </a:rPr>
              <a:t>Workflow trigger fires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79695" y="2825496"/>
            <a:ext cx="146304" cy="10972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44287" y="2103120"/>
            <a:ext cx="2103120" cy="15544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4287" y="230428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Discover job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1447" y="2788920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334155"/>
                </a:solidFill>
                <a:latin typeface="Calibri"/>
              </a:rPr>
              <a:t>Emits JSON list of</a:t>
            </a:r>
          </a:p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334155"/>
                </a:solidFill>
                <a:latin typeface="Calibri"/>
              </a:rPr>
              <a:t>golden IDs to test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65695" y="2825496"/>
            <a:ext cx="146304" cy="10972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30287" y="2103120"/>
            <a:ext cx="2103120" cy="15544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0287" y="230428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Test matrix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7447" y="2788920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334155"/>
                </a:solidFill>
                <a:latin typeface="Calibri"/>
              </a:rPr>
              <a:t>One runner per golden</a:t>
            </a:r>
          </a:p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334155"/>
                </a:solidFill>
                <a:latin typeface="Calibri"/>
              </a:rPr>
              <a:t>fail-fast: false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451695" y="2825496"/>
            <a:ext cx="146304" cy="10972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16287" y="2103120"/>
            <a:ext cx="2103120" cy="15544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16287" y="230428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Roll-up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3447" y="2788920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334155"/>
                </a:solidFill>
                <a:latin typeface="Calibri"/>
              </a:rPr>
              <a:t>Per-golden HTML report</a:t>
            </a:r>
          </a:p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334155"/>
                </a:solidFill>
                <a:latin typeface="Calibri"/>
              </a:rPr>
              <a:t>+ aggregated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114800"/>
            <a:ext cx="2788920" cy="17373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38912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6B6D4"/>
                </a:solidFill>
                <a:latin typeface="Calibri"/>
              </a:rPr>
              <a:t>6×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074920"/>
            <a:ext cx="2240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parallel matrix runners (one per golden today)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10128" y="4114800"/>
            <a:ext cx="2788920" cy="17373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84448" y="438912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6B6D4"/>
                </a:solidFill>
                <a:latin typeface="Calibri"/>
              </a:rPr>
              <a:t>Fast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84448" y="5074920"/>
            <a:ext cx="2240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linear speedup — adds zero wall-clock vs serial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63056" y="4114800"/>
            <a:ext cx="2788920" cy="17373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37376" y="438912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6B6D4"/>
                </a:solidFill>
                <a:latin typeface="Calibri"/>
              </a:rPr>
              <a:t>1-click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5074920"/>
            <a:ext cx="2240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per-golden artifacts — triage in one drill-down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15984" y="4114800"/>
            <a:ext cx="2788920" cy="17373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90304" y="438912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6B6D4"/>
                </a:solidFill>
                <a:latin typeface="Calibri"/>
              </a:rPr>
              <a:t>Safe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0304" y="5074920"/>
            <a:ext cx="2240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failure isolation — one broken golden ≠ red pipeline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Playwright AI Studio  ·  SF Onboarding share-out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What's actually shipping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Not a demo. Real code in main, gated through the same CI as every other change.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5394960" cy="42976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By the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97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6B6D4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92608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goldens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3375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in production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49040"/>
            <a:ext cx="1097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6B6D4"/>
                </a:solidFill>
                <a:latin typeface="Calibri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79476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2062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root-cause catalog · ≥85% recognition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1097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6B6D4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66344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phase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50749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synthesize → validate → heal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486400"/>
            <a:ext cx="1097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6B6D4"/>
                </a:solidFill>
                <a:latin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553212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credentials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59436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in any committed file — storageState auth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011680"/>
            <a:ext cx="5577840" cy="42976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2860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Capabilities now in main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788920"/>
            <a:ext cx="484632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✓   Vision synthesis with text-only fallback (host allowlist gates which URLs are eligible)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✓   Local validation before commit — real browser, real result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✓   Failure-moment screenshots — Healer sees the broken page, not a fresh load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✓   Per-golden asyncio locks · atomic JSON writes · no clobber on concurrent saves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✓   Assertion-strength checker — flags weak goldens before promote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✓   GitHub Actions matrix · per-golden artifacts · roll-up summary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✓   Git push hardening — branch check, fetch-ahead check, GIT_SYNC_DISABLED escape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✓   Healing history per golden · root cause + confidence preserved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Playwright AI Studio  ·  SF Onboarding share-out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SOLUTION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In-house Studio  vs  KIRO (AWS) — honest comparison.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We are evaluating both. Neither is a foregone conclusion.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5577840" cy="44348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557784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In-house Studio  ·  current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FastAPI + Azure OpenAI + Playwright MCP. ~2k LOC Python. Goldens stored as JSON in the repo.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Strengths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4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+   Total control of healing engine + prompts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+   Domain-tuned for SF Onboarding selectors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+   Already wired to our GitHub Actions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+   Failure-moment screenshots — our 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12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Trade-offs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3212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−   Engineering time to maintain (~2k LOC)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−   Azure OpenAI lock-in (token cost on us)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−   Continuous prompt + pattern catalog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83080"/>
            <a:ext cx="5577840" cy="44348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83080"/>
            <a:ext cx="5577840" cy="6400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KIRO (AWS)  ·  candidate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6060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What it 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2608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AWS's spec-driven agentic IDE. Generates code (and tests) from natural-language specs. MCP-aware.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57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Strengths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97764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+   Spec → code is built-in — no Planner/Generator to maintain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+   AWS-backed roadmap; ongoing investment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+   Less in-house code; faster to ramp new teams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+   Native fit if rest of stack moves to AWS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212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Trade-offs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53212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−   Vendor lock-in to AWS + KIRO's roadmap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−   Healing depth unproven on our error patterns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−   Custom prompts may be hard to inject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Playwright AI Studio  ·  SF Onboarding share-out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NEXT 6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Decide by running the same use case through both.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A short, time-boxed bake-off — same SF flow, same success criteria, both stacks.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567" y="2103120"/>
            <a:ext cx="2697480" cy="36576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0887" y="237744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Week 1-2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887" y="288036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PoC parity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887" y="3474720"/>
            <a:ext cx="21488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Run identical SF Onboarding scenario through Studio and KIRO. Same auth, same target, same goldens.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06927" y="2103120"/>
            <a:ext cx="2697480" cy="36576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81247" y="237744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Week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1247" y="288036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Measure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1247" y="3474720"/>
            <a:ext cx="21488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Compare on five axes: time-to-green, token cost, healing depth, selector quality, maintenance load.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2103120"/>
            <a:ext cx="2697480" cy="36576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61607" y="237744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Week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1607" y="288036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Decide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3474720"/>
            <a:ext cx="21488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Studio-only · KIRO-only · hybrid (KIRO generates, Studio heals). Sign-off with QA + Eng leads.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7647" y="2103120"/>
            <a:ext cx="2697480" cy="36576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41967" y="237744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Week 5-6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1967" y="288036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1967" y="3474720"/>
            <a:ext cx="21488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Roll out winner to top-20 high-value flows. Wire into nightly CI. Publish ownership doc.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8978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0891B2"/>
                </a:solidFill>
                <a:latin typeface="Calibri"/>
              </a:rPr>
              <a:t>Success bar: every shipped use case must heal itself ≥3 times before a human is paged.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Playwright AI Studio  ·  SF Onboarding share-out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194560"/>
            <a:ext cx="45720" cy="2468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Where would you want this to work first?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3520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Which flows in your area would benefit most?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429768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4754880"/>
            <a:ext cx="3520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Where do you predict the Healer will struggle?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29768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Q3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754880"/>
            <a:ext cx="3520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Studio, KIRO, or hybrid — what's your prior?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Thanks. Reach me on Slack #qa-automation.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